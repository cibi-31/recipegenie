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6"/>
    <p:sldId id="2147470501" r:id="rId7"/>
    <p:sldId id="2147470498" r:id="rId8"/>
    <p:sldId id="2147470507" r:id="rId9"/>
    <p:sldId id="2147470499" r:id="rId10"/>
    <p:sldId id="2147470508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react.dev/index?utm_source=chatgpt.com" TargetMode="External"/><Relationship Id="rId3" Type="http://schemas.openxmlformats.org/officeDocument/2006/relationships/hyperlink" Target="https://faiss.ai/?utm_source=chatgpt.com" TargetMode="External"/><Relationship Id="rId7" Type="http://schemas.openxmlformats.org/officeDocument/2006/relationships/hyperlink" Target="https://ollama.com/library/llama3.2-vision?utm_source=chatgpt.com" TargetMode="External"/><Relationship Id="rId2" Type="http://schemas.openxmlformats.org/officeDocument/2006/relationships/hyperlink" Target="https://www.kaggle.com/pes12017000148/food-ingredients-and-recipe-dataset-with-images/activity?utm_source=chatgpt.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nomic.ai/?utm_source=chatgpt.com" TargetMode="External"/><Relationship Id="rId5" Type="http://schemas.openxmlformats.org/officeDocument/2006/relationships/hyperlink" Target="https://ollama.com/?utm_source=chatgpt.com" TargetMode="External"/><Relationship Id="rId4" Type="http://schemas.openxmlformats.org/officeDocument/2006/relationships/hyperlink" Target="https://python.langchain.com/?utm_source=chatgpt.com" TargetMode="External"/><Relationship Id="rId9" Type="http://schemas.openxmlformats.org/officeDocument/2006/relationships/hyperlink" Target="https://fastapi.tiangolo.com/tutorial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endParaRPr lang="en-US" sz="4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IN" sz="3600" dirty="0" err="1">
                <a:solidFill>
                  <a:schemeClr val="bg1"/>
                </a:solidFill>
                <a:latin typeface="Calibri (Body)"/>
              </a:rPr>
              <a:t>RecipeGenie</a:t>
            </a:r>
            <a:r>
              <a:rPr lang="en-IN" sz="3600" dirty="0">
                <a:solidFill>
                  <a:schemeClr val="bg1"/>
                </a:solidFill>
                <a:latin typeface="Calibri (Body)"/>
              </a:rPr>
              <a:t> : Leftover Ingredient-Based Recipe Recommendation using Agentic AI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Cibiksha V</a:t>
            </a:r>
          </a:p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MTech AI&amp;DS | BSA Crescent Institute Of Science and Technology | T9960</a:t>
            </a:r>
          </a:p>
          <a:p>
            <a:pPr lvl="0" algn="ctr">
              <a:defRPr/>
            </a:pPr>
            <a:endParaRPr lang="en-US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Helps users utilize available food ingredients effectively and reduce kitchen food waste.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Accepts ingredients through text input or food images.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Uses AI-based image recognition to identify ingredients from uploaded images.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Uses Agentic AI and RAG to search and recommend relevant recipes.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Uses Nomic Embeddings and FAISS for efficient recipe retrieval.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Identifies matched and missing ingredients to help users select suitable recipes.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Promotes better utilization of available food resources and reduces unnecessary food waste.</a:t>
            </a:r>
          </a:p>
          <a:p>
            <a:endParaRPr lang="en-IN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534653" y="57036"/>
            <a:ext cx="965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develop an AI-powered system for reducing kitchen food waste.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identify available food ingredients from text input and uploaded images.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retrieve relevant recipes based on the available ingredients.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use Agentic AI and RAG for intelligent recipe recommendation.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identify matched and missing ingredients for each recommended recipe.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help users make better use of ingredients already available in their kitchen.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provide fast and relevant recipe suggestions through an easy-to-use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358189" y="57036"/>
            <a:ext cx="9833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IN" b="1" dirty="0"/>
              <a:t>Modules: Input &amp; Processing</a:t>
            </a:r>
            <a:endParaRPr lang="en-US" b="1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791327" y="57036"/>
            <a:ext cx="940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B8ADBA-8786-4DDE-1155-AF1E0D492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67278"/>
              </p:ext>
            </p:extLst>
          </p:nvPr>
        </p:nvGraphicFramePr>
        <p:xfrm>
          <a:off x="471774" y="2020621"/>
          <a:ext cx="1100454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1752620548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4212368793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725323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Module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63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User Input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Accepts ingredients through text input or food images.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33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Image-Based Ingredient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Identifies visible ingredients from uploaded images.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85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Ingredient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Cleans, normalizes, and standardizes ingredient names.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58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Recipe Knowledge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Stores recipe titles, ingredients, and cooking instructions.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07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Embedding &amp; Vector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Generates embeddings using Nomic Embed Text and stores them in FAISS.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78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DEC8-2599-2C23-7810-8E9479A0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25859E-5B58-4A3E-0B0E-00E4FC6122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IN" b="1" dirty="0"/>
              <a:t>Modules: AI &amp; Recommendation</a:t>
            </a:r>
          </a:p>
          <a:p>
            <a:pPr lvl="1"/>
            <a:endParaRPr lang="en-US" b="1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1EC88-BFD7-6450-E489-3D45756599D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 (Body)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(Body)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70262F-9036-FC61-B8B2-F2FA1F55290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00CAAE-D667-277F-46DB-244DB0E66DAB}"/>
              </a:ext>
            </a:extLst>
          </p:cNvPr>
          <p:cNvSpPr txBox="1"/>
          <p:nvPr/>
        </p:nvSpPr>
        <p:spPr>
          <a:xfrm>
            <a:off x="3465095" y="57036"/>
            <a:ext cx="8726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49DDB0-BC9F-8CFA-0EA0-BCBAF59DB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54849"/>
              </p:ext>
            </p:extLst>
          </p:nvPr>
        </p:nvGraphicFramePr>
        <p:xfrm>
          <a:off x="591618" y="2020621"/>
          <a:ext cx="1100454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1752620548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4212368793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725323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Module Name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63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RAG-Based Recipe Retrieval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Retrieves relevant recipes based on available ingredients.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33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Agentic AI Module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Uses Llama 3.2 to handle queries and select appropriate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85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Ingredient Matching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Identifies matched and missing ingredients for recipes.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58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Recipe Recommendation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Ranks and presents suitable recipes to the user.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07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UI &amp; Backend Integration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Connects the React frontend with the </a:t>
                      </a:r>
                      <a:r>
                        <a:rPr lang="en-IN" dirty="0" err="1"/>
                        <a:t>FastAPI</a:t>
                      </a:r>
                      <a:r>
                        <a:rPr lang="en-IN" dirty="0"/>
                        <a:t> backend.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78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218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978443" y="57036"/>
            <a:ext cx="821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2FCF79-345F-333F-C560-4583CFFA9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219240"/>
              </p:ext>
            </p:extLst>
          </p:nvPr>
        </p:nvGraphicFramePr>
        <p:xfrm>
          <a:off x="677863" y="1192213"/>
          <a:ext cx="9015230" cy="4817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615">
                  <a:extLst>
                    <a:ext uri="{9D8B030D-6E8A-4147-A177-3AD203B41FA5}">
                      <a16:colId xmlns:a16="http://schemas.microsoft.com/office/drawing/2014/main" val="1400361978"/>
                    </a:ext>
                  </a:extLst>
                </a:gridCol>
                <a:gridCol w="4507615">
                  <a:extLst>
                    <a:ext uri="{9D8B030D-6E8A-4147-A177-3AD203B41FA5}">
                      <a16:colId xmlns:a16="http://schemas.microsoft.com/office/drawing/2014/main" val="2980718222"/>
                    </a:ext>
                  </a:extLst>
                </a:gridCol>
              </a:tblGrid>
              <a:tr h="299641">
                <a:tc>
                  <a:txBody>
                    <a:bodyPr/>
                    <a:lstStyle/>
                    <a:p>
                      <a:pPr lvl="0"/>
                      <a:endParaRPr lang="en-IN" sz="16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057832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62355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590702"/>
                  </a:ext>
                </a:extLst>
              </a:tr>
              <a:tr h="2996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9663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87102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38438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661935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04659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888387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02313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E42BDB2-DF43-45BF-B6A0-CE1EAF914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5"/>
          <a:stretch>
            <a:fillRect/>
          </a:stretch>
        </p:blipFill>
        <p:spPr>
          <a:xfrm>
            <a:off x="0" y="1888761"/>
            <a:ext cx="12192000" cy="367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010527" y="57036"/>
            <a:ext cx="818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CC569-606C-ACD8-048F-8F85EA2FF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66" y="1148877"/>
            <a:ext cx="9551451" cy="47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1FE6-3BAA-12C8-92E0-6400B5BC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12B94A-D450-0478-82D4-E9C3E2B994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1936004" cy="4071846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The system accepts both text input and food images for ingredient identification.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Qwen2.5-VL 3B identifies ingredients from uploaded images.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13,501 recipes were indexed and made searchable using Nomic Embed Text and FAISS.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The system retrieves relevant recipes based on the user's available ingredients using RAG.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Llama 3.2-based Agentic AI selects appropriate tools for ingredient-based and dish-based queries.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The system identifies matched and missing ingredients for each recommended recipe.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Ingredient Match and Recipe Coverage help users understand how suitable each recipe is.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The system successfully provides recipe recommendations aimed at reducing potential kitchen food waste.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2E5F0-7AAA-39DD-000F-5F9124FF1CF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DBDA8D-93AF-AC71-B891-26A50BEA5D7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F68D44-3E9B-E421-A3C9-B7DAEF7A31CB}"/>
              </a:ext>
            </a:extLst>
          </p:cNvPr>
          <p:cNvSpPr txBox="1"/>
          <p:nvPr/>
        </p:nvSpPr>
        <p:spPr>
          <a:xfrm>
            <a:off x="3609475" y="57036"/>
            <a:ext cx="8582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  <a:p>
            <a:pPr lvl="0" algn="ctr">
              <a:defRPr/>
            </a:pPr>
            <a:endParaRPr lang="en-IN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198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63586"/>
            <a:ext cx="10861183" cy="3930310"/>
          </a:xfrm>
        </p:spPr>
        <p:txBody>
          <a:bodyPr/>
          <a:lstStyle/>
          <a:p>
            <a:pPr marL="0" indent="0" algn="just">
              <a:buNone/>
            </a:pPr>
            <a:r>
              <a:rPr lang="en-IN" b="0" dirty="0" err="1">
                <a:solidFill>
                  <a:schemeClr val="tx1"/>
                </a:solidFill>
                <a:latin typeface="Calibri (Body)"/>
              </a:rPr>
              <a:t>RecipeGenie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provides an AI-powered solution to reduce kitchen food waste by recommending recipes based on available ingredients.</a:t>
            </a:r>
            <a:br>
              <a:rPr lang="en-IN" b="0" dirty="0">
                <a:solidFill>
                  <a:schemeClr val="tx1"/>
                </a:solidFill>
                <a:latin typeface="Calibri (Body)"/>
              </a:rPr>
            </a:br>
            <a:r>
              <a:rPr lang="en-IN" b="0" dirty="0">
                <a:solidFill>
                  <a:schemeClr val="tx1"/>
                </a:solidFill>
                <a:latin typeface="Calibri (Body)"/>
              </a:rPr>
              <a:t>It accepts text input and food images to identify ingredients.</a:t>
            </a:r>
            <a:br>
              <a:rPr lang="en-IN" b="0" dirty="0">
                <a:solidFill>
                  <a:schemeClr val="tx1"/>
                </a:solidFill>
                <a:latin typeface="Calibri (Body)"/>
              </a:rPr>
            </a:br>
            <a:r>
              <a:rPr lang="en-IN" b="0" dirty="0">
                <a:solidFill>
                  <a:schemeClr val="tx1"/>
                </a:solidFill>
                <a:latin typeface="Calibri (Body)"/>
              </a:rPr>
              <a:t>Qwen2.5-VL 3B recognizes ingredients, while rule-based preprocessing</a:t>
            </a:r>
          </a:p>
          <a:p>
            <a:pPr marL="0" indent="0" algn="just">
              <a:buNone/>
            </a:pPr>
            <a:r>
              <a:rPr lang="en-IN" b="0" dirty="0" err="1">
                <a:solidFill>
                  <a:schemeClr val="tx1"/>
                </a:solidFill>
                <a:latin typeface="Calibri (Body)"/>
              </a:rPr>
              <a:t>Standarize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them. Nomic Embed Text, FAISS, RAG, and Agentic AI enable</a:t>
            </a:r>
          </a:p>
          <a:p>
            <a:pPr marL="0" indent="0" algn="just">
              <a:buNone/>
            </a:pPr>
            <a:r>
              <a:rPr lang="en-IN" b="0" dirty="0" err="1">
                <a:solidFill>
                  <a:schemeClr val="tx1"/>
                </a:solidFill>
                <a:latin typeface="Calibri (Body)"/>
              </a:rPr>
              <a:t>Relevent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recipe retrieval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recommendation.Te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system identifies matched</a:t>
            </a:r>
          </a:p>
          <a:p>
            <a:pPr marL="0" indent="0" algn="just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and missing ingredients, helping users utilize available food effectively.</a:t>
            </a:r>
          </a:p>
          <a:p>
            <a:pPr marL="0" lvl="0" indent="0">
              <a:buNone/>
            </a:pPr>
            <a:endParaRPr lang="en-IN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513221" y="57036"/>
            <a:ext cx="867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72D1-6514-6793-13E3-2535C854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80" y="641752"/>
            <a:ext cx="10515600" cy="1325563"/>
          </a:xfrm>
        </p:spPr>
        <p:txBody>
          <a:bodyPr/>
          <a:lstStyle/>
          <a:p>
            <a:r>
              <a:rPr lang="en-GB" sz="3600" b="1" dirty="0">
                <a:latin typeface="+mn-lt"/>
              </a:rPr>
              <a:t>Future Work</a:t>
            </a:r>
            <a:endParaRPr lang="en-IN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FEF29-ECBC-E0CB-662F-BE5F2D956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56" y="1421240"/>
            <a:ext cx="11004446" cy="479500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• Improve multi-ingredient image recognition.</a:t>
            </a:r>
            <a:br>
              <a:rPr lang="en-IN" dirty="0"/>
            </a:br>
            <a:r>
              <a:rPr lang="en-IN" dirty="0"/>
              <a:t>• Integrate food expiry prediction.</a:t>
            </a:r>
            <a:br>
              <a:rPr lang="en-IN" dirty="0"/>
            </a:br>
            <a:r>
              <a:rPr lang="en-IN" dirty="0"/>
              <a:t>• Provide personalized and nutrition-aware recommendations.</a:t>
            </a:r>
            <a:br>
              <a:rPr lang="en-IN" dirty="0"/>
            </a:br>
            <a:r>
              <a:rPr lang="en-IN" dirty="0"/>
              <a:t>• Add multilingual support.</a:t>
            </a:r>
            <a:br>
              <a:rPr lang="en-IN"/>
            </a:b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C438D-4BE7-4C93-F981-A44C78944875}"/>
              </a:ext>
            </a:extLst>
          </p:cNvPr>
          <p:cNvSpPr txBox="1"/>
          <p:nvPr/>
        </p:nvSpPr>
        <p:spPr>
          <a:xfrm>
            <a:off x="6520721" y="1"/>
            <a:ext cx="547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latin typeface="Calibri (Body)"/>
              </a:rPr>
              <a:t>Leftover Ingredient-Based Recipe Recommendation using Agentic AI</a:t>
            </a:r>
          </a:p>
        </p:txBody>
      </p:sp>
    </p:spTree>
    <p:extLst>
      <p:ext uri="{BB962C8B-B14F-4D97-AF65-F5344CB8AC3E}">
        <p14:creationId xmlns:p14="http://schemas.microsoft.com/office/powerpoint/2010/main" val="346993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b="0" dirty="0">
                <a:solidFill>
                  <a:schemeClr val="tx1"/>
                </a:solidFill>
              </a:rPr>
              <a:t>I sincerely thank LTM and L&amp;T EduTech for providing the infrastructure, laptop, training room, ID card, and a valuable 2-month opportunity to enhance my technical skills through practical project development.</a:t>
            </a:r>
          </a:p>
          <a:p>
            <a:pPr algn="just"/>
            <a:r>
              <a:rPr lang="en-IN" b="0" dirty="0">
                <a:solidFill>
                  <a:schemeClr val="tx1"/>
                </a:solidFill>
              </a:rPr>
              <a:t>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EduTech, for his encouragement, support, and for providing this valuable opportunity.</a:t>
            </a:r>
          </a:p>
          <a:p>
            <a:pPr marL="0" indent="0" algn="just"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/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4443663" y="57036"/>
            <a:ext cx="774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[1] S. Goel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et al.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“Food Ingredients and Recipe Dataset with Images,”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Kaggle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2020.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Dataset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[2] Meta AI, “FAISS: A Library for Efficient Similarity Search and Clustering of Dense Vectors,”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FAISS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FAISS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[3]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</a:rPr>
              <a:t>LangChain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“Retrieval-Augmented Generation (RAG),”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LangChain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[4]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“Llama 3.2,”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Ollama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[5] Nomic AI, “Nomic Embed,”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Nomic AI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Nomic AI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[6] Meta AI, “Llama 3.2 Vision,”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Model Library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Llama 3.2 Vision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[7] Meta, “React – A JavaScript Library for Building User Interfaces,”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React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[8] Sebastián Ramírez, “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 – Modern, Fast Web Framework for Building APIs,”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FastAPI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320717" y="57036"/>
            <a:ext cx="887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 err="1">
                <a:solidFill>
                  <a:schemeClr val="bg1"/>
                </a:solidFill>
                <a:latin typeface="Calibri (Body)"/>
              </a:rPr>
              <a:t>RecipeGenie:Leftover</a:t>
            </a:r>
            <a:r>
              <a:rPr lang="en-IN" dirty="0">
                <a:solidFill>
                  <a:schemeClr val="bg1"/>
                </a:solidFill>
                <a:latin typeface="Calibri (Body)"/>
              </a:rPr>
              <a:t> Ingredient-Based Recipe Recommendation using Agentic AI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946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52</cp:revision>
  <dcterms:created xsi:type="dcterms:W3CDTF">2024-05-13T10:33:11Z</dcterms:created>
  <dcterms:modified xsi:type="dcterms:W3CDTF">2026-10-12T09:02:32Z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