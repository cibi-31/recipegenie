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Review II</a:t>
            </a:r>
          </a:p>
          <a:p>
            <a:pPr lvl="0" algn="ctr">
              <a:defRPr/>
            </a:pPr>
            <a:r>
              <a:rPr lang="en-IN" sz="3600" dirty="0">
                <a:solidFill>
                  <a:schemeClr val="bg1"/>
                </a:solidFill>
              </a:rPr>
              <a:t>Leftover Ingredient-Based Recipe Recommendation using Agentic AI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schemeClr val="bg1"/>
                </a:solidFill>
                <a:cs typeface="Calibri" panose="020F0502020204030204" pitchFamily="34" charset="0"/>
              </a:rPr>
              <a:t>CIBIKSHA V</a:t>
            </a:r>
          </a:p>
          <a:p>
            <a:pPr lvl="0" algn="ctr">
              <a:defRPr/>
            </a:pPr>
            <a:endParaRPr lang="en-US" sz="5400" b="1" dirty="0">
              <a:solidFill>
                <a:schemeClr val="bg1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An AI-based recipe recommendation system is developed to utilize available and leftover kitchen ingredients.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Retrieval-Augmented Generation (RAG) is used to retrieve relevant recipes from a recipe knowledge base.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FAISS performs vector similarity search using nomic-embed-text embeddings, while Llama 3.2 generates the recommendation through Ollama.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The system identifies matched/missing ingredients and ranks the retrieved recipes to provide suitable recommendations through a React interface.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</a:rPr>
              <a:t>Accept available kitchen ingredients as input.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Retrieve relevant recipes from the recipe knowledge base.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Identify matched and missing ingredients.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Recommend recipes that make better use of available ingredients.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Generate an understandable recommendation using RAG. 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</a:rPr>
              <a:t>Help reduce avoidable kitchen food waste.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2881054"/>
          </a:xfrm>
        </p:spPr>
        <p:txBody>
          <a:bodyPr/>
          <a:lstStyle/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1892DC-E0F5-D16C-0851-DCE4AB82E4BA}"/>
              </a:ext>
            </a:extLst>
          </p:cNvPr>
          <p:cNvSpPr txBox="1"/>
          <p:nvPr/>
        </p:nvSpPr>
        <p:spPr>
          <a:xfrm>
            <a:off x="405897" y="47360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 Description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0FA24D3-A146-7AD0-CDA6-003AD41F7A0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17908E2-5AD3-D365-8FBD-3AD850F5F074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A060B9-FC55-4462-0C77-E238C73B7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593376"/>
              </p:ext>
            </p:extLst>
          </p:nvPr>
        </p:nvGraphicFramePr>
        <p:xfrm>
          <a:off x="221633" y="1191756"/>
          <a:ext cx="10992866" cy="4434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96433">
                  <a:extLst>
                    <a:ext uri="{9D8B030D-6E8A-4147-A177-3AD203B41FA5}">
                      <a16:colId xmlns:a16="http://schemas.microsoft.com/office/drawing/2014/main" val="3009312832"/>
                    </a:ext>
                  </a:extLst>
                </a:gridCol>
                <a:gridCol w="5496433">
                  <a:extLst>
                    <a:ext uri="{9D8B030D-6E8A-4147-A177-3AD203B41FA5}">
                      <a16:colId xmlns:a16="http://schemas.microsoft.com/office/drawing/2014/main" val="1390107803"/>
                    </a:ext>
                  </a:extLst>
                </a:gridCol>
              </a:tblGrid>
              <a:tr h="36950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872250"/>
                  </a:ext>
                </a:extLst>
              </a:tr>
              <a:tr h="3695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251378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Preprocessing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Loads the recipe dataset, cleans and normalizes ingredient data, and prepares structured recipe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991338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Embedding &amp; Vector Store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recipe information into embeddings using nomic-embed-text and stores them in FAISS for similarity-based retrieval.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014865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Recipe Retrieval &amp; Ranking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Retrieves relevant recipes from FAISS, identifies matched and missing ingredients, and ranks recipes based on ingredient matches.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47432"/>
                  </a:ext>
                </a:extLst>
              </a:tr>
              <a:tr h="923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&amp; AI Recommendation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</a:t>
                      </a:r>
                      <a:r>
                        <a:rPr lang="en-IN" dirty="0" err="1"/>
                        <a:t>LangChain</a:t>
                      </a:r>
                      <a:r>
                        <a:rPr lang="en-IN" dirty="0"/>
                        <a:t> to provide retrieved recipe context to Llama 3.2 via </a:t>
                      </a:r>
                      <a:r>
                        <a:rPr lang="en-IN" dirty="0" err="1"/>
                        <a:t>Ollama</a:t>
                      </a:r>
                      <a:r>
                        <a:rPr lang="en-IN" dirty="0"/>
                        <a:t> and generates the final recipe recommendation.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831320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45374F-378D-0A71-CCFD-FE18755C055E}"/>
              </a:ext>
            </a:extLst>
          </p:cNvPr>
          <p:cNvSpPr txBox="1"/>
          <p:nvPr/>
        </p:nvSpPr>
        <p:spPr>
          <a:xfrm>
            <a:off x="558297" y="626006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0CF41B7-AEA1-FBE8-68EA-6CC2C02D8314}"/>
              </a:ext>
            </a:extLst>
          </p:cNvPr>
          <p:cNvCxnSpPr>
            <a:cxnSpLocks/>
          </p:cNvCxnSpPr>
          <p:nvPr/>
        </p:nvCxnSpPr>
        <p:spPr>
          <a:xfrm>
            <a:off x="373674" y="13441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2D797A3-3984-B589-C8A3-A6C030B97A4D}"/>
              </a:ext>
            </a:extLst>
          </p:cNvPr>
          <p:cNvSpPr txBox="1"/>
          <p:nvPr/>
        </p:nvSpPr>
        <p:spPr>
          <a:xfrm>
            <a:off x="6246293" y="2094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C277E4F-C68B-2AC9-85D6-520F83FD3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022984"/>
              </p:ext>
            </p:extLst>
          </p:nvPr>
        </p:nvGraphicFramePr>
        <p:xfrm>
          <a:off x="221274" y="1119937"/>
          <a:ext cx="11412430" cy="4658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06215">
                  <a:extLst>
                    <a:ext uri="{9D8B030D-6E8A-4147-A177-3AD203B41FA5}">
                      <a16:colId xmlns:a16="http://schemas.microsoft.com/office/drawing/2014/main" val="3009312832"/>
                    </a:ext>
                  </a:extLst>
                </a:gridCol>
                <a:gridCol w="5706215">
                  <a:extLst>
                    <a:ext uri="{9D8B030D-6E8A-4147-A177-3AD203B41FA5}">
                      <a16:colId xmlns:a16="http://schemas.microsoft.com/office/drawing/2014/main" val="1390107803"/>
                    </a:ext>
                  </a:extLst>
                </a:gridCol>
              </a:tblGrid>
              <a:tr h="3881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872250"/>
                  </a:ext>
                </a:extLst>
              </a:tr>
              <a:tr h="388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251378"/>
                  </a:ext>
                </a:extLst>
              </a:tr>
              <a:tr h="970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Preprocessing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Loads the recipe dataset, cleans and normalizes ingredient data, and prepares structured recipe documents.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9991338"/>
                  </a:ext>
                </a:extLst>
              </a:tr>
              <a:tr h="970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Embedding &amp; Vector Store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recipe information into embeddings using nomic-embed-text and stores them in FAISS for similarity-based retrieval.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9014865"/>
                  </a:ext>
                </a:extLst>
              </a:tr>
              <a:tr h="970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Recipe Retrieval &amp; Ranking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Retrieves relevant recipes from FAISS, identifies matched and missing ingredients, and ranks recipes based on ingredient matches.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47432"/>
                  </a:ext>
                </a:extLst>
              </a:tr>
              <a:tr h="970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 &amp; AI Recommendation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</a:t>
                      </a:r>
                      <a:r>
                        <a:rPr lang="en-IN" dirty="0" err="1"/>
                        <a:t>LangChain</a:t>
                      </a:r>
                      <a:r>
                        <a:rPr lang="en-IN" dirty="0"/>
                        <a:t> to provide retrieved recipe context to Llama 3.2 via </a:t>
                      </a:r>
                      <a:r>
                        <a:rPr lang="en-IN" dirty="0" err="1"/>
                        <a:t>Ollama</a:t>
                      </a:r>
                      <a:r>
                        <a:rPr lang="en-IN" dirty="0"/>
                        <a:t> and generates the final recipe recommendation.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831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Methodology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3548C-0049-2E24-B54D-3B01BD250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9975"/>
            <a:ext cx="12192000" cy="44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1661184" cy="5529743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Cleaning: Remove missing and unnecessary values from the recipe dataset.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Text Cleaning: Convert ingredient text to lowercase and remove quantities, units, and preparation terms.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Ingredient Normalization: Standardize ingredient names and handle singular/plural variations.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Structuring: Organize recipe titles, ingredients, instructions, and image information.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Embedding Preparation: Prepare the cleaned recipe text for Nomic Embed Text to generate embeddings for FAISS retrieval.</a:t>
            </a:r>
          </a:p>
          <a:p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Cleaning: Remove missing and unnecessary values from the recipe dataset.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Text Cleaning: Convert ingredient text to lowercase and remove quantities, units, and preparation terms.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Ingredient Normalization: Standardize ingredient names and handle singular/plural variations.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Data Structuring: Organize recipe titles, ingredients, instructions, and image information.</a:t>
            </a:r>
          </a:p>
          <a:p>
            <a:pPr lvl="0"/>
            <a:r>
              <a:rPr lang="en-IN" b="0" dirty="0">
                <a:solidFill>
                  <a:schemeClr val="tx1"/>
                </a:solidFill>
                <a:latin typeface="+mn-lt"/>
              </a:rPr>
              <a:t>Embedding Preparation: Prepare the cleaned recipe text for Nomic Embed Text to generate embeddings for FAISS retrieval.</a:t>
            </a:r>
          </a:p>
          <a:p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21274" y="4596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/>
              <a:t>Algorithm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Dataset Collection &amp; Preprocessing — 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EDA &amp; Ingredient Analysis — 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RAG + FAISS Retrieval —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Agentic AI Integration —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Recipe Matching &amp; Ranking — 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React + </a:t>
            </a:r>
            <a:r>
              <a:rPr lang="en-IN" sz="2400" b="0" dirty="0" err="1">
                <a:solidFill>
                  <a:schemeClr val="tx1"/>
                </a:solidFill>
                <a:latin typeface="+mn-lt"/>
              </a:rPr>
              <a:t>FastAPI</a:t>
            </a:r>
            <a:r>
              <a:rPr lang="en-IN" sz="2400" b="0" dirty="0">
                <a:solidFill>
                  <a:schemeClr val="tx1"/>
                </a:solidFill>
                <a:latin typeface="+mn-lt"/>
              </a:rPr>
              <a:t> Integration —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Image Integration &amp; UI Testing —  Completed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Final Testing &amp; Evaluation —  In Progress</a:t>
            </a:r>
          </a:p>
          <a:p>
            <a:pPr lvl="0"/>
            <a:r>
              <a:rPr lang="en-IN" sz="2400" b="0" dirty="0">
                <a:solidFill>
                  <a:schemeClr val="tx1"/>
                </a:solidFill>
                <a:latin typeface="+mn-lt"/>
              </a:rPr>
              <a:t>Documentation &amp; Final Presentation — 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Project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 algn="ctr">
              <a:buNone/>
            </a:pPr>
            <a:endParaRPr lang="en-IN" sz="24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/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E66288-499B-6BF4-658E-1F18F4041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636"/>
            <a:ext cx="12192000" cy="524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619</Words>
  <Application>Microsoft Office PowerPoint</Application>
  <PresentationFormat>Widescreen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Cibiksha V</cp:lastModifiedBy>
  <cp:revision>30</cp:revision>
  <dcterms:created xsi:type="dcterms:W3CDTF">2024-05-13T10:33:11Z</dcterms:created>
  <dcterms:modified xsi:type="dcterms:W3CDTF">2026-10-07T10:47:30Z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